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8" r:id="rId3"/>
    <p:sldId id="298" r:id="rId4"/>
    <p:sldId id="260" r:id="rId5"/>
    <p:sldId id="261" r:id="rId6"/>
    <p:sldId id="262" r:id="rId7"/>
    <p:sldId id="299" r:id="rId8"/>
    <p:sldId id="267" r:id="rId9"/>
    <p:sldId id="296" r:id="rId10"/>
    <p:sldId id="263" r:id="rId11"/>
    <p:sldId id="301" r:id="rId12"/>
    <p:sldId id="302" r:id="rId13"/>
    <p:sldId id="297" r:id="rId14"/>
    <p:sldId id="300" r:id="rId15"/>
    <p:sldId id="275" r:id="rId16"/>
  </p:sldIdLst>
  <p:sldSz cx="9144000" cy="5143500" type="screen16x9"/>
  <p:notesSz cx="6858000" cy="9144000"/>
  <p:embeddedFontLst>
    <p:embeddedFont>
      <p:font typeface="Amasis MT Pro Black" panose="02040A04050005020304" pitchFamily="18" charset="0"/>
      <p:bold r:id="rId18"/>
    </p:embeddedFont>
    <p:embeddedFont>
      <p:font typeface="DM Sans" panose="020F0502020204030204" pitchFamily="2" charset="0"/>
      <p:regular r:id="rId19"/>
      <p:bold r:id="rId20"/>
      <p:italic r:id="rId21"/>
      <p:boldItalic r:id="rId22"/>
    </p:embeddedFont>
    <p:embeddedFont>
      <p:font typeface="Montserrat ExtraBold" panose="00000900000000000000" pitchFamily="2" charset="0"/>
      <p:bold r:id="rId23"/>
      <p:boldItalic r:id="rId24"/>
    </p:embeddedFont>
    <p:embeddedFont>
      <p:font typeface="Montserrat Medium" panose="020F0502020204030204" pitchFamily="2" charset="0"/>
      <p:regular r:id="rId25"/>
      <p:bold r:id="rId26"/>
      <p:italic r:id="rId27"/>
      <p:boldItalic r:id="rId28"/>
    </p:embeddedFont>
    <p:embeddedFont>
      <p:font typeface="Nunito Light" panose="020F0502020204030204" pitchFamily="2" charset="0"/>
      <p:regular r:id="rId29"/>
      <p:italic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Raleway" panose="020F0502020204030204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AF9AD3-5A54-4970-B572-97D7213DD758}">
  <a:tblStyle styleId="{58AF9AD3-5A54-4970-B572-97D7213DD7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071EB7-605E-40BF-8315-E5C99E2EB19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99" d="100"/>
          <a:sy n="99" d="100"/>
        </p:scale>
        <p:origin x="5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presProps" Target="pres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0696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6986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8661f04b0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8661f04b0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207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0490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23494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58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432275"/>
            <a:ext cx="60414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1592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329450" y="256550"/>
            <a:ext cx="4612225" cy="4607125"/>
            <a:chOff x="329450" y="256550"/>
            <a:chExt cx="4612225" cy="46071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422325" y="256550"/>
              <a:ext cx="519350" cy="68400"/>
              <a:chOff x="4422325" y="332750"/>
              <a:chExt cx="519350" cy="684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 rot="5400000">
              <a:off x="103975" y="4569800"/>
              <a:ext cx="519350" cy="68400"/>
              <a:chOff x="4422325" y="332750"/>
              <a:chExt cx="519350" cy="684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292475" y="-386999"/>
            <a:ext cx="9496261" cy="6509048"/>
            <a:chOff x="292475" y="-386999"/>
            <a:chExt cx="9496261" cy="6509048"/>
          </a:xfrm>
        </p:grpSpPr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292475" y="-386999"/>
              <a:ext cx="841500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93700" y="4439474"/>
              <a:ext cx="1682575" cy="16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9000004">
              <a:off x="8716750" y="165825"/>
              <a:ext cx="906150" cy="906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Google Shape;24;p2"/>
          <p:cNvGrpSpPr/>
          <p:nvPr/>
        </p:nvGrpSpPr>
        <p:grpSpPr>
          <a:xfrm>
            <a:off x="7118225" y="1524750"/>
            <a:ext cx="1599000" cy="2224794"/>
            <a:chOff x="7118225" y="1524750"/>
            <a:chExt cx="1599000" cy="2224794"/>
          </a:xfrm>
        </p:grpSpPr>
        <p:grpSp>
          <p:nvGrpSpPr>
            <p:cNvPr id="25" name="Google Shape;25;p2"/>
            <p:cNvGrpSpPr/>
            <p:nvPr/>
          </p:nvGrpSpPr>
          <p:grpSpPr>
            <a:xfrm>
              <a:off x="7118225" y="3265375"/>
              <a:ext cx="1599000" cy="484170"/>
              <a:chOff x="7118225" y="3265375"/>
              <a:chExt cx="1599000" cy="48417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7118225" y="3417745"/>
                <a:ext cx="1599000" cy="331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18225" y="3265375"/>
                <a:ext cx="1599000" cy="331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pic>
          <p:nvPicPr>
            <p:cNvPr id="28" name="Google Shape;28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05301" y="2133675"/>
              <a:ext cx="1383150" cy="138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7205301" y="1524750"/>
              <a:ext cx="1383150" cy="1383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3" name="Google Shape;33;p3"/>
          <p:cNvGrpSpPr/>
          <p:nvPr/>
        </p:nvGrpSpPr>
        <p:grpSpPr>
          <a:xfrm>
            <a:off x="-731452" y="-301974"/>
            <a:ext cx="3423177" cy="6030598"/>
            <a:chOff x="-731452" y="-301974"/>
            <a:chExt cx="3423177" cy="6030598"/>
          </a:xfrm>
        </p:grpSpPr>
        <p:pic>
          <p:nvPicPr>
            <p:cNvPr id="34" name="Google Shape;34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1358875" y="-301974"/>
              <a:ext cx="841500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09150" y="4046049"/>
              <a:ext cx="1682575" cy="16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36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4457177">
              <a:off x="-569999" y="539500"/>
              <a:ext cx="1383149" cy="1383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" name="Google Shape;37;p3"/>
          <p:cNvGrpSpPr/>
          <p:nvPr/>
        </p:nvGrpSpPr>
        <p:grpSpPr>
          <a:xfrm>
            <a:off x="7967200" y="242225"/>
            <a:ext cx="1599000" cy="484170"/>
            <a:chOff x="7118225" y="3265375"/>
            <a:chExt cx="1599000" cy="484170"/>
          </a:xfrm>
        </p:grpSpPr>
        <p:sp>
          <p:nvSpPr>
            <p:cNvPr id="38" name="Google Shape;38;p3"/>
            <p:cNvSpPr/>
            <p:nvPr/>
          </p:nvSpPr>
          <p:spPr>
            <a:xfrm>
              <a:off x="7118225" y="341774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118225" y="326537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3921099" y="2269349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713225" y="2269349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713225" y="1695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3921100" y="1695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9" name="Google Shape;49;p5"/>
          <p:cNvGrpSpPr/>
          <p:nvPr/>
        </p:nvGrpSpPr>
        <p:grpSpPr>
          <a:xfrm>
            <a:off x="7191225" y="-770076"/>
            <a:ext cx="2826048" cy="5824697"/>
            <a:chOff x="7191225" y="-770076"/>
            <a:chExt cx="2826048" cy="5824697"/>
          </a:xfrm>
        </p:grpSpPr>
        <p:pic>
          <p:nvPicPr>
            <p:cNvPr id="50" name="Google Shape;5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191225" y="-770076"/>
              <a:ext cx="1682575" cy="16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4367085">
              <a:off x="8460427" y="3497775"/>
              <a:ext cx="1383149" cy="1383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5"/>
          <p:cNvSpPr/>
          <p:nvPr/>
        </p:nvSpPr>
        <p:spPr>
          <a:xfrm>
            <a:off x="-1238275" y="116245"/>
            <a:ext cx="1599000" cy="331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3" name="Google Shape;53;p5"/>
          <p:cNvGrpSpPr/>
          <p:nvPr/>
        </p:nvGrpSpPr>
        <p:grpSpPr>
          <a:xfrm>
            <a:off x="4074550" y="4757625"/>
            <a:ext cx="519350" cy="68400"/>
            <a:chOff x="4422325" y="332750"/>
            <a:chExt cx="519350" cy="68400"/>
          </a:xfrm>
        </p:grpSpPr>
        <p:sp>
          <p:nvSpPr>
            <p:cNvPr id="54" name="Google Shape;54;p5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4021500" y="12135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subTitle" idx="1"/>
          </p:nvPr>
        </p:nvSpPr>
        <p:spPr>
          <a:xfrm>
            <a:off x="4021500" y="2081825"/>
            <a:ext cx="4294800" cy="18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2"/>
          </p:nvPr>
        </p:nvSpPr>
        <p:spPr>
          <a:xfrm>
            <a:off x="0" y="0"/>
            <a:ext cx="3453300" cy="514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7" name="Google Shape;77;p7"/>
          <p:cNvGrpSpPr/>
          <p:nvPr/>
        </p:nvGrpSpPr>
        <p:grpSpPr>
          <a:xfrm>
            <a:off x="3889422" y="-1198234"/>
            <a:ext cx="5945628" cy="6862702"/>
            <a:chOff x="3889422" y="-1198234"/>
            <a:chExt cx="5945628" cy="6862702"/>
          </a:xfrm>
        </p:grpSpPr>
        <p:pic>
          <p:nvPicPr>
            <p:cNvPr id="78" name="Google Shape;7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700000">
              <a:off x="8798880" y="501404"/>
              <a:ext cx="858392" cy="858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800001">
              <a:off x="6252826" y="-945099"/>
              <a:ext cx="1383151" cy="1383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7454216">
              <a:off x="4053225" y="4659175"/>
              <a:ext cx="841501" cy="84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7"/>
          <p:cNvGrpSpPr/>
          <p:nvPr/>
        </p:nvGrpSpPr>
        <p:grpSpPr>
          <a:xfrm>
            <a:off x="3820025" y="255225"/>
            <a:ext cx="519350" cy="68400"/>
            <a:chOff x="4422325" y="332750"/>
            <a:chExt cx="519350" cy="68400"/>
          </a:xfrm>
        </p:grpSpPr>
        <p:sp>
          <p:nvSpPr>
            <p:cNvPr id="82" name="Google Shape;82;p7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7" name="Google Shape;87;p8"/>
          <p:cNvGrpSpPr/>
          <p:nvPr/>
        </p:nvGrpSpPr>
        <p:grpSpPr>
          <a:xfrm>
            <a:off x="329450" y="235875"/>
            <a:ext cx="7958075" cy="4627800"/>
            <a:chOff x="329450" y="235875"/>
            <a:chExt cx="7958075" cy="4627800"/>
          </a:xfrm>
        </p:grpSpPr>
        <p:grpSp>
          <p:nvGrpSpPr>
            <p:cNvPr id="88" name="Google Shape;88;p8"/>
            <p:cNvGrpSpPr/>
            <p:nvPr/>
          </p:nvGrpSpPr>
          <p:grpSpPr>
            <a:xfrm>
              <a:off x="7768175" y="235875"/>
              <a:ext cx="519350" cy="68400"/>
              <a:chOff x="4422325" y="332750"/>
              <a:chExt cx="519350" cy="68400"/>
            </a:xfrm>
          </p:grpSpPr>
          <p:sp>
            <p:nvSpPr>
              <p:cNvPr id="89" name="Google Shape;89;p8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0" name="Google Shape;90;p8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8"/>
            <p:cNvGrpSpPr/>
            <p:nvPr/>
          </p:nvGrpSpPr>
          <p:grpSpPr>
            <a:xfrm rot="5400000">
              <a:off x="103975" y="4569800"/>
              <a:ext cx="519350" cy="68400"/>
              <a:chOff x="4422325" y="332750"/>
              <a:chExt cx="519350" cy="68400"/>
            </a:xfrm>
          </p:grpSpPr>
          <p:sp>
            <p:nvSpPr>
              <p:cNvPr id="93" name="Google Shape;93;p8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6" name="Google Shape;96;p8"/>
          <p:cNvGrpSpPr/>
          <p:nvPr/>
        </p:nvGrpSpPr>
        <p:grpSpPr>
          <a:xfrm>
            <a:off x="1726050" y="-386999"/>
            <a:ext cx="8586224" cy="6281486"/>
            <a:chOff x="1726050" y="-386999"/>
            <a:chExt cx="8586224" cy="6281486"/>
          </a:xfrm>
        </p:grpSpPr>
        <p:pic>
          <p:nvPicPr>
            <p:cNvPr id="97" name="Google Shape;9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1726050" y="-386999"/>
              <a:ext cx="841500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29700" y="1718824"/>
              <a:ext cx="1682575" cy="1682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9000004">
              <a:off x="6244100" y="4822500"/>
              <a:ext cx="906150" cy="906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9"/>
          <p:cNvGrpSpPr/>
          <p:nvPr/>
        </p:nvGrpSpPr>
        <p:grpSpPr>
          <a:xfrm>
            <a:off x="-372950" y="1612651"/>
            <a:ext cx="10429979" cy="3175002"/>
            <a:chOff x="-372950" y="1612651"/>
            <a:chExt cx="10429979" cy="3175002"/>
          </a:xfrm>
        </p:grpSpPr>
        <p:pic>
          <p:nvPicPr>
            <p:cNvPr id="104" name="Google Shape;10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372950" y="1612651"/>
              <a:ext cx="841500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4457177">
              <a:off x="8512426" y="3243050"/>
              <a:ext cx="1383149" cy="13831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9"/>
          <p:cNvGrpSpPr/>
          <p:nvPr/>
        </p:nvGrpSpPr>
        <p:grpSpPr>
          <a:xfrm>
            <a:off x="7967200" y="242225"/>
            <a:ext cx="1599000" cy="484170"/>
            <a:chOff x="7118225" y="3265375"/>
            <a:chExt cx="1599000" cy="484170"/>
          </a:xfrm>
        </p:grpSpPr>
        <p:sp>
          <p:nvSpPr>
            <p:cNvPr id="107" name="Google Shape;107;p9"/>
            <p:cNvSpPr/>
            <p:nvPr/>
          </p:nvSpPr>
          <p:spPr>
            <a:xfrm>
              <a:off x="7118225" y="341774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7118225" y="326537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2" hasCustomPrompt="1"/>
          </p:nvPr>
        </p:nvSpPr>
        <p:spPr>
          <a:xfrm>
            <a:off x="1152175" y="2321597"/>
            <a:ext cx="844200" cy="60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"/>
          </p:nvPr>
        </p:nvSpPr>
        <p:spPr>
          <a:xfrm>
            <a:off x="1152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3" hasCustomPrompt="1"/>
          </p:nvPr>
        </p:nvSpPr>
        <p:spPr>
          <a:xfrm>
            <a:off x="3495175" y="2321597"/>
            <a:ext cx="844200" cy="60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4"/>
          </p:nvPr>
        </p:nvSpPr>
        <p:spPr>
          <a:xfrm>
            <a:off x="3495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5" hasCustomPrompt="1"/>
          </p:nvPr>
        </p:nvSpPr>
        <p:spPr>
          <a:xfrm>
            <a:off x="5838175" y="2321597"/>
            <a:ext cx="844200" cy="60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6"/>
          </p:nvPr>
        </p:nvSpPr>
        <p:spPr>
          <a:xfrm>
            <a:off x="5838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1" name="Google Shape;141;p13"/>
          <p:cNvGrpSpPr/>
          <p:nvPr/>
        </p:nvGrpSpPr>
        <p:grpSpPr>
          <a:xfrm>
            <a:off x="8045325" y="4001975"/>
            <a:ext cx="1599000" cy="484170"/>
            <a:chOff x="7118225" y="3265375"/>
            <a:chExt cx="1599000" cy="484170"/>
          </a:xfrm>
        </p:grpSpPr>
        <p:sp>
          <p:nvSpPr>
            <p:cNvPr id="142" name="Google Shape;142;p13"/>
            <p:cNvSpPr/>
            <p:nvPr/>
          </p:nvSpPr>
          <p:spPr>
            <a:xfrm>
              <a:off x="7118225" y="341774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118225" y="326537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4" name="Google Shape;144;p13"/>
          <p:cNvGrpSpPr/>
          <p:nvPr/>
        </p:nvGrpSpPr>
        <p:grpSpPr>
          <a:xfrm>
            <a:off x="-191725" y="-41127"/>
            <a:ext cx="10119229" cy="6623455"/>
            <a:chOff x="-191725" y="-41127"/>
            <a:chExt cx="10119229" cy="6623455"/>
          </a:xfrm>
        </p:grpSpPr>
        <p:pic>
          <p:nvPicPr>
            <p:cNvPr id="145" name="Google Shape;145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23849">
              <a:off x="629270" y="4681874"/>
              <a:ext cx="1704733" cy="1704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91725" y="4130814"/>
              <a:ext cx="841500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7818264">
              <a:off x="8261176" y="242050"/>
              <a:ext cx="1383151" cy="1383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13"/>
          <p:cNvGrpSpPr/>
          <p:nvPr/>
        </p:nvGrpSpPr>
        <p:grpSpPr>
          <a:xfrm>
            <a:off x="3820025" y="4822325"/>
            <a:ext cx="519350" cy="68400"/>
            <a:chOff x="4422325" y="332750"/>
            <a:chExt cx="519350" cy="68400"/>
          </a:xfrm>
        </p:grpSpPr>
        <p:sp>
          <p:nvSpPr>
            <p:cNvPr id="149" name="Google Shape;149;p13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1"/>
          </p:nvPr>
        </p:nvSpPr>
        <p:spPr>
          <a:xfrm>
            <a:off x="709025" y="23512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subTitle" idx="2"/>
          </p:nvPr>
        </p:nvSpPr>
        <p:spPr>
          <a:xfrm>
            <a:off x="3255747" y="23512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subTitle" idx="3"/>
          </p:nvPr>
        </p:nvSpPr>
        <p:spPr>
          <a:xfrm>
            <a:off x="5802475" y="23512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6"/>
          <p:cNvSpPr txBox="1">
            <a:spLocks noGrp="1"/>
          </p:cNvSpPr>
          <p:nvPr>
            <p:ph type="subTitle" idx="4"/>
          </p:nvPr>
        </p:nvSpPr>
        <p:spPr>
          <a:xfrm>
            <a:off x="709025" y="18066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5" name="Google Shape;185;p16"/>
          <p:cNvSpPr txBox="1">
            <a:spLocks noGrp="1"/>
          </p:cNvSpPr>
          <p:nvPr>
            <p:ph type="subTitle" idx="5"/>
          </p:nvPr>
        </p:nvSpPr>
        <p:spPr>
          <a:xfrm>
            <a:off x="3255750" y="18066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6" name="Google Shape;186;p16"/>
          <p:cNvSpPr txBox="1">
            <a:spLocks noGrp="1"/>
          </p:cNvSpPr>
          <p:nvPr>
            <p:ph type="subTitle" idx="6"/>
          </p:nvPr>
        </p:nvSpPr>
        <p:spPr>
          <a:xfrm>
            <a:off x="5802475" y="180667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7" name="Google Shape;187;p16"/>
          <p:cNvGrpSpPr/>
          <p:nvPr/>
        </p:nvGrpSpPr>
        <p:grpSpPr>
          <a:xfrm>
            <a:off x="8333550" y="4189600"/>
            <a:ext cx="1599000" cy="484170"/>
            <a:chOff x="7118225" y="3265375"/>
            <a:chExt cx="1599000" cy="484170"/>
          </a:xfrm>
        </p:grpSpPr>
        <p:sp>
          <p:nvSpPr>
            <p:cNvPr id="188" name="Google Shape;188;p16"/>
            <p:cNvSpPr/>
            <p:nvPr/>
          </p:nvSpPr>
          <p:spPr>
            <a:xfrm>
              <a:off x="7118225" y="341774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7118225" y="326537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0" name="Google Shape;190;p16"/>
          <p:cNvGrpSpPr/>
          <p:nvPr/>
        </p:nvGrpSpPr>
        <p:grpSpPr>
          <a:xfrm>
            <a:off x="709018" y="-533544"/>
            <a:ext cx="8290304" cy="6198151"/>
            <a:chOff x="709018" y="-533544"/>
            <a:chExt cx="8290304" cy="6198151"/>
          </a:xfrm>
        </p:grpSpPr>
        <p:pic>
          <p:nvPicPr>
            <p:cNvPr id="191" name="Google Shape;191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551634">
              <a:off x="8067799" y="-443499"/>
              <a:ext cx="841501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031711">
              <a:off x="865999" y="4601475"/>
              <a:ext cx="906151" cy="906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16"/>
          <p:cNvGrpSpPr/>
          <p:nvPr/>
        </p:nvGrpSpPr>
        <p:grpSpPr>
          <a:xfrm rot="5400000">
            <a:off x="43725" y="1988050"/>
            <a:ext cx="519350" cy="68400"/>
            <a:chOff x="4422325" y="332750"/>
            <a:chExt cx="519350" cy="68400"/>
          </a:xfrm>
        </p:grpSpPr>
        <p:sp>
          <p:nvSpPr>
            <p:cNvPr id="194" name="Google Shape;194;p16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7"/>
          <p:cNvSpPr txBox="1">
            <a:spLocks noGrp="1"/>
          </p:cNvSpPr>
          <p:nvPr>
            <p:ph type="subTitle" idx="1"/>
          </p:nvPr>
        </p:nvSpPr>
        <p:spPr>
          <a:xfrm>
            <a:off x="720000" y="1803852"/>
            <a:ext cx="2789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7"/>
          <p:cNvSpPr txBox="1">
            <a:spLocks noGrp="1"/>
          </p:cNvSpPr>
          <p:nvPr>
            <p:ph type="subTitle" idx="2"/>
          </p:nvPr>
        </p:nvSpPr>
        <p:spPr>
          <a:xfrm>
            <a:off x="4517344" y="1803852"/>
            <a:ext cx="2789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7"/>
          <p:cNvSpPr txBox="1">
            <a:spLocks noGrp="1"/>
          </p:cNvSpPr>
          <p:nvPr>
            <p:ph type="subTitle" idx="3"/>
          </p:nvPr>
        </p:nvSpPr>
        <p:spPr>
          <a:xfrm>
            <a:off x="720000" y="3464425"/>
            <a:ext cx="2789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7"/>
          <p:cNvSpPr txBox="1">
            <a:spLocks noGrp="1"/>
          </p:cNvSpPr>
          <p:nvPr>
            <p:ph type="subTitle" idx="4"/>
          </p:nvPr>
        </p:nvSpPr>
        <p:spPr>
          <a:xfrm>
            <a:off x="4517344" y="3464425"/>
            <a:ext cx="27897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7"/>
          <p:cNvSpPr txBox="1">
            <a:spLocks noGrp="1"/>
          </p:cNvSpPr>
          <p:nvPr>
            <p:ph type="subTitle" idx="5"/>
          </p:nvPr>
        </p:nvSpPr>
        <p:spPr>
          <a:xfrm>
            <a:off x="720000" y="1455550"/>
            <a:ext cx="2789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subTitle" idx="6"/>
          </p:nvPr>
        </p:nvSpPr>
        <p:spPr>
          <a:xfrm>
            <a:off x="720000" y="3116199"/>
            <a:ext cx="2789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5" name="Google Shape;205;p17"/>
          <p:cNvSpPr txBox="1">
            <a:spLocks noGrp="1"/>
          </p:cNvSpPr>
          <p:nvPr>
            <p:ph type="subTitle" idx="7"/>
          </p:nvPr>
        </p:nvSpPr>
        <p:spPr>
          <a:xfrm>
            <a:off x="4517318" y="1455550"/>
            <a:ext cx="2789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6" name="Google Shape;206;p17"/>
          <p:cNvSpPr txBox="1">
            <a:spLocks noGrp="1"/>
          </p:cNvSpPr>
          <p:nvPr>
            <p:ph type="subTitle" idx="8"/>
          </p:nvPr>
        </p:nvSpPr>
        <p:spPr>
          <a:xfrm>
            <a:off x="4517318" y="3116199"/>
            <a:ext cx="27897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07" name="Google Shape;207;p17"/>
          <p:cNvGrpSpPr/>
          <p:nvPr/>
        </p:nvGrpSpPr>
        <p:grpSpPr>
          <a:xfrm>
            <a:off x="4905350" y="4852025"/>
            <a:ext cx="1599000" cy="484170"/>
            <a:chOff x="7042025" y="4324300"/>
            <a:chExt cx="1599000" cy="484170"/>
          </a:xfrm>
        </p:grpSpPr>
        <p:sp>
          <p:nvSpPr>
            <p:cNvPr id="208" name="Google Shape;208;p17"/>
            <p:cNvSpPr/>
            <p:nvPr/>
          </p:nvSpPr>
          <p:spPr>
            <a:xfrm>
              <a:off x="7042025" y="447667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042025" y="432430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0" name="Google Shape;210;p17"/>
          <p:cNvGrpSpPr/>
          <p:nvPr/>
        </p:nvGrpSpPr>
        <p:grpSpPr>
          <a:xfrm>
            <a:off x="-630836" y="-239361"/>
            <a:ext cx="10648772" cy="4488822"/>
            <a:chOff x="-630836" y="-239361"/>
            <a:chExt cx="10648772" cy="4488822"/>
          </a:xfrm>
        </p:grpSpPr>
        <p:pic>
          <p:nvPicPr>
            <p:cNvPr id="211" name="Google Shape;211;p1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3438805">
              <a:off x="-467020" y="-75545"/>
              <a:ext cx="858392" cy="858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800001">
              <a:off x="8381651" y="2613176"/>
              <a:ext cx="1383151" cy="1383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3" name="Google Shape;213;p17"/>
          <p:cNvGrpSpPr/>
          <p:nvPr/>
        </p:nvGrpSpPr>
        <p:grpSpPr>
          <a:xfrm>
            <a:off x="3820025" y="255225"/>
            <a:ext cx="519350" cy="68400"/>
            <a:chOff x="4422325" y="332750"/>
            <a:chExt cx="519350" cy="68400"/>
          </a:xfrm>
        </p:grpSpPr>
        <p:sp>
          <p:nvSpPr>
            <p:cNvPr id="214" name="Google Shape;214;p17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5" name="Google Shape;245;p19"/>
          <p:cNvGrpSpPr/>
          <p:nvPr/>
        </p:nvGrpSpPr>
        <p:grpSpPr>
          <a:xfrm>
            <a:off x="330200" y="4821900"/>
            <a:ext cx="519350" cy="68400"/>
            <a:chOff x="4422325" y="332750"/>
            <a:chExt cx="519350" cy="68400"/>
          </a:xfrm>
        </p:grpSpPr>
        <p:sp>
          <p:nvSpPr>
            <p:cNvPr id="246" name="Google Shape;246;p19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5400000">
            <a:off x="8588750" y="4528025"/>
            <a:ext cx="519350" cy="68400"/>
            <a:chOff x="4422325" y="332750"/>
            <a:chExt cx="519350" cy="68400"/>
          </a:xfrm>
        </p:grpSpPr>
        <p:sp>
          <p:nvSpPr>
            <p:cNvPr id="250" name="Google Shape;250;p19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53" name="Google Shape;253;p19"/>
          <p:cNvGrpSpPr/>
          <p:nvPr/>
        </p:nvGrpSpPr>
        <p:grpSpPr>
          <a:xfrm>
            <a:off x="8580650" y="297412"/>
            <a:ext cx="1599000" cy="484170"/>
            <a:chOff x="7042025" y="4324300"/>
            <a:chExt cx="1599000" cy="484170"/>
          </a:xfrm>
        </p:grpSpPr>
        <p:sp>
          <p:nvSpPr>
            <p:cNvPr id="254" name="Google Shape;254;p19"/>
            <p:cNvSpPr/>
            <p:nvPr/>
          </p:nvSpPr>
          <p:spPr>
            <a:xfrm>
              <a:off x="7042025" y="447667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7042025" y="432430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56" name="Google Shape;256;p19"/>
          <p:cNvGrpSpPr/>
          <p:nvPr/>
        </p:nvGrpSpPr>
        <p:grpSpPr>
          <a:xfrm>
            <a:off x="-1117458" y="1017716"/>
            <a:ext cx="9369621" cy="4772296"/>
            <a:chOff x="-1117458" y="1017716"/>
            <a:chExt cx="9369621" cy="4772296"/>
          </a:xfrm>
        </p:grpSpPr>
        <p:pic>
          <p:nvPicPr>
            <p:cNvPr id="257" name="Google Shape;257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3438805">
              <a:off x="7229955" y="4767805"/>
              <a:ext cx="858392" cy="858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800001">
              <a:off x="-864324" y="1270851"/>
              <a:ext cx="1383151" cy="13831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>
            <a:spLocks noGrp="1"/>
          </p:cNvSpPr>
          <p:nvPr>
            <p:ph type="title"/>
          </p:nvPr>
        </p:nvSpPr>
        <p:spPr>
          <a:xfrm>
            <a:off x="1686300" y="616200"/>
            <a:ext cx="5771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1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73" name="Google Shape;273;p21"/>
          <p:cNvGrpSpPr/>
          <p:nvPr/>
        </p:nvGrpSpPr>
        <p:grpSpPr>
          <a:xfrm>
            <a:off x="8171100" y="245500"/>
            <a:ext cx="519350" cy="68400"/>
            <a:chOff x="4422325" y="332750"/>
            <a:chExt cx="519350" cy="68400"/>
          </a:xfrm>
        </p:grpSpPr>
        <p:sp>
          <p:nvSpPr>
            <p:cNvPr id="274" name="Google Shape;274;p21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77" name="Google Shape;277;p21"/>
          <p:cNvGrpSpPr/>
          <p:nvPr/>
        </p:nvGrpSpPr>
        <p:grpSpPr>
          <a:xfrm>
            <a:off x="433401" y="1296726"/>
            <a:ext cx="9488601" cy="2906600"/>
            <a:chOff x="433401" y="1296726"/>
            <a:chExt cx="9488601" cy="2906600"/>
          </a:xfrm>
        </p:grpSpPr>
        <p:pic>
          <p:nvPicPr>
            <p:cNvPr id="278" name="Google Shape;27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433401" y="1296726"/>
              <a:ext cx="884700" cy="88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538851" y="2820175"/>
              <a:ext cx="1383150" cy="1383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0" name="Google Shape;280;p21"/>
          <p:cNvGrpSpPr/>
          <p:nvPr/>
        </p:nvGrpSpPr>
        <p:grpSpPr>
          <a:xfrm>
            <a:off x="76250" y="2659250"/>
            <a:ext cx="1599000" cy="484170"/>
            <a:chOff x="7118225" y="3265375"/>
            <a:chExt cx="1599000" cy="484170"/>
          </a:xfrm>
        </p:grpSpPr>
        <p:sp>
          <p:nvSpPr>
            <p:cNvPr id="281" name="Google Shape;281;p21"/>
            <p:cNvSpPr/>
            <p:nvPr/>
          </p:nvSpPr>
          <p:spPr>
            <a:xfrm>
              <a:off x="7118225" y="341774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7118225" y="3265375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283" name="Google Shape;2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6463211">
            <a:off x="7259775" y="2193839"/>
            <a:ext cx="841500" cy="8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22"/>
          <p:cNvGrpSpPr/>
          <p:nvPr/>
        </p:nvGrpSpPr>
        <p:grpSpPr>
          <a:xfrm>
            <a:off x="8667250" y="483975"/>
            <a:ext cx="1599000" cy="484170"/>
            <a:chOff x="7042025" y="4324300"/>
            <a:chExt cx="1599000" cy="484170"/>
          </a:xfrm>
        </p:grpSpPr>
        <p:sp>
          <p:nvSpPr>
            <p:cNvPr id="286" name="Google Shape;286;p22"/>
            <p:cNvSpPr/>
            <p:nvPr/>
          </p:nvSpPr>
          <p:spPr>
            <a:xfrm>
              <a:off x="7042025" y="447667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7042025" y="4324300"/>
              <a:ext cx="1599000" cy="331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88" name="Google Shape;288;p22"/>
          <p:cNvGrpSpPr/>
          <p:nvPr/>
        </p:nvGrpSpPr>
        <p:grpSpPr>
          <a:xfrm>
            <a:off x="-457654" y="1646420"/>
            <a:ext cx="9446115" cy="4553841"/>
            <a:chOff x="-457654" y="1646420"/>
            <a:chExt cx="9446115" cy="4553841"/>
          </a:xfrm>
        </p:grpSpPr>
        <p:pic>
          <p:nvPicPr>
            <p:cNvPr id="289" name="Google Shape;289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900002">
              <a:off x="-361194" y="1742880"/>
              <a:ext cx="858391" cy="858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800001">
              <a:off x="7352176" y="4563976"/>
              <a:ext cx="1383151" cy="1383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1" name="Google Shape;291;p22"/>
          <p:cNvGrpSpPr/>
          <p:nvPr/>
        </p:nvGrpSpPr>
        <p:grpSpPr>
          <a:xfrm rot="5400000">
            <a:off x="207275" y="4310125"/>
            <a:ext cx="519350" cy="68400"/>
            <a:chOff x="4422325" y="332750"/>
            <a:chExt cx="519350" cy="68400"/>
          </a:xfrm>
        </p:grpSpPr>
        <p:sp>
          <p:nvSpPr>
            <p:cNvPr id="292" name="Google Shape;292;p22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23"/>
          <p:cNvGrpSpPr/>
          <p:nvPr/>
        </p:nvGrpSpPr>
        <p:grpSpPr>
          <a:xfrm>
            <a:off x="-479273" y="-110219"/>
            <a:ext cx="10191953" cy="4447101"/>
            <a:chOff x="-479273" y="-110219"/>
            <a:chExt cx="10191953" cy="4447101"/>
          </a:xfrm>
        </p:grpSpPr>
        <p:pic>
          <p:nvPicPr>
            <p:cNvPr id="297" name="Google Shape;297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4551634">
              <a:off x="-389251" y="-20174"/>
              <a:ext cx="841501" cy="841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7031711">
              <a:off x="8649549" y="3273750"/>
              <a:ext cx="906151" cy="9061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p23"/>
          <p:cNvGrpSpPr/>
          <p:nvPr/>
        </p:nvGrpSpPr>
        <p:grpSpPr>
          <a:xfrm>
            <a:off x="3199475" y="4837475"/>
            <a:ext cx="519350" cy="68400"/>
            <a:chOff x="4422325" y="332750"/>
            <a:chExt cx="519350" cy="68400"/>
          </a:xfrm>
        </p:grpSpPr>
        <p:sp>
          <p:nvSpPr>
            <p:cNvPr id="300" name="Google Shape;300;p23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62" r:id="rId9"/>
    <p:sldLayoutId id="2147483663" r:id="rId10"/>
    <p:sldLayoutId id="2147483665" r:id="rId11"/>
    <p:sldLayoutId id="2147483667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CB4929-02D1-68A8-365A-26B33A9A5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230" y="2312349"/>
            <a:ext cx="1044545" cy="108477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C15193F-4B20-7DB4-95D3-27C015EA6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988" y="2049687"/>
            <a:ext cx="6041400" cy="1610100"/>
          </a:xfrm>
        </p:spPr>
        <p:txBody>
          <a:bodyPr/>
          <a:lstStyle/>
          <a:p>
            <a:r>
              <a:rPr lang="en-US" dirty="0" err="1">
                <a:latin typeface="Amasis MT Pro Black" panose="02040A04050005020304" pitchFamily="18" charset="0"/>
                <a:ea typeface="Montserrat Medium"/>
                <a:cs typeface="Montserrat Medium"/>
                <a:sym typeface="Montserrat Medium"/>
              </a:rPr>
              <a:t>Zotex</a:t>
            </a:r>
            <a:r>
              <a:rPr lang="en-US" dirty="0">
                <a:latin typeface="Amasis MT Pro Black" panose="02040A04050005020304" pitchFamily="18" charset="0"/>
                <a:ea typeface="Montserrat Medium"/>
                <a:cs typeface="Montserrat Medium"/>
                <a:sym typeface="Montserrat Medium"/>
              </a:rPr>
              <a:t> logo</a:t>
            </a:r>
            <a:br>
              <a:rPr lang="en-US" dirty="0">
                <a:latin typeface="Amasis MT Pro Black" panose="02040A04050005020304" pitchFamily="18" charset="0"/>
              </a:rPr>
            </a:b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5FC3981-18E3-1550-B71D-051EB682A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masis MT Pro Black" panose="02040A04050005020304" pitchFamily="18" charset="0"/>
              </a:rPr>
              <a:t>Designed by LOGOCRAFT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/>
          <p:nvPr/>
        </p:nvSpPr>
        <p:spPr>
          <a:xfrm rot="-1800021">
            <a:off x="873974" y="2138999"/>
            <a:ext cx="826191" cy="1856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30" name="Google Shape;330;p29"/>
          <p:cNvSpPr txBox="1">
            <a:spLocks noGrp="1"/>
          </p:cNvSpPr>
          <p:nvPr>
            <p:ph type="title" idx="2"/>
          </p:nvPr>
        </p:nvSpPr>
        <p:spPr>
          <a:xfrm>
            <a:off x="1152175" y="2321597"/>
            <a:ext cx="8442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1" name="Google Shape;331;p29"/>
          <p:cNvSpPr txBox="1">
            <a:spLocks noGrp="1"/>
          </p:cNvSpPr>
          <p:nvPr>
            <p:ph type="subTitle" idx="1"/>
          </p:nvPr>
        </p:nvSpPr>
        <p:spPr>
          <a:xfrm>
            <a:off x="1152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ho are we</a:t>
            </a:r>
            <a:endParaRPr dirty="0"/>
          </a:p>
        </p:txBody>
      </p:sp>
      <p:sp>
        <p:nvSpPr>
          <p:cNvPr id="332" name="Google Shape;332;p29"/>
          <p:cNvSpPr txBox="1">
            <a:spLocks noGrp="1"/>
          </p:cNvSpPr>
          <p:nvPr>
            <p:ph type="title" idx="3"/>
          </p:nvPr>
        </p:nvSpPr>
        <p:spPr>
          <a:xfrm>
            <a:off x="3495175" y="2321597"/>
            <a:ext cx="8442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3" name="Google Shape;333;p29"/>
          <p:cNvSpPr txBox="1">
            <a:spLocks noGrp="1"/>
          </p:cNvSpPr>
          <p:nvPr>
            <p:ph type="subTitle" idx="4"/>
          </p:nvPr>
        </p:nvSpPr>
        <p:spPr>
          <a:xfrm>
            <a:off x="3495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Client view</a:t>
            </a:r>
            <a:endParaRPr dirty="0"/>
          </a:p>
        </p:txBody>
      </p:sp>
      <p:sp>
        <p:nvSpPr>
          <p:cNvPr id="334" name="Google Shape;334;p29"/>
          <p:cNvSpPr txBox="1">
            <a:spLocks noGrp="1"/>
          </p:cNvSpPr>
          <p:nvPr>
            <p:ph type="title" idx="5"/>
          </p:nvPr>
        </p:nvSpPr>
        <p:spPr>
          <a:xfrm>
            <a:off x="5838175" y="2321597"/>
            <a:ext cx="8442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5" name="Google Shape;335;p29"/>
          <p:cNvSpPr txBox="1">
            <a:spLocks noGrp="1"/>
          </p:cNvSpPr>
          <p:nvPr>
            <p:ph type="subTitle" idx="6"/>
          </p:nvPr>
        </p:nvSpPr>
        <p:spPr>
          <a:xfrm>
            <a:off x="5838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1st</a:t>
            </a:r>
            <a:r>
              <a:rPr lang="en" dirty="0"/>
              <a:t> design</a:t>
            </a:r>
            <a:endParaRPr dirty="0"/>
          </a:p>
        </p:txBody>
      </p:sp>
      <p:grpSp>
        <p:nvGrpSpPr>
          <p:cNvPr id="336" name="Google Shape;336;p29"/>
          <p:cNvGrpSpPr/>
          <p:nvPr/>
        </p:nvGrpSpPr>
        <p:grpSpPr>
          <a:xfrm rot="5400000">
            <a:off x="7707000" y="1775575"/>
            <a:ext cx="519350" cy="68400"/>
            <a:chOff x="4422325" y="332750"/>
            <a:chExt cx="519350" cy="68400"/>
          </a:xfrm>
        </p:grpSpPr>
        <p:sp>
          <p:nvSpPr>
            <p:cNvPr id="337" name="Google Shape;337;p29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0" name="Google Shape;340;p29"/>
          <p:cNvSpPr/>
          <p:nvPr/>
        </p:nvSpPr>
        <p:spPr>
          <a:xfrm rot="-1800021">
            <a:off x="3197049" y="2138999"/>
            <a:ext cx="826191" cy="1856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29"/>
          <p:cNvSpPr/>
          <p:nvPr/>
        </p:nvSpPr>
        <p:spPr>
          <a:xfrm rot="-1800021">
            <a:off x="5560262" y="2138999"/>
            <a:ext cx="826191" cy="1856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/>
          <p:nvPr/>
        </p:nvSpPr>
        <p:spPr>
          <a:xfrm rot="-1800021">
            <a:off x="873974" y="2138999"/>
            <a:ext cx="826191" cy="1856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30" name="Google Shape;330;p29"/>
          <p:cNvSpPr txBox="1">
            <a:spLocks noGrp="1"/>
          </p:cNvSpPr>
          <p:nvPr>
            <p:ph type="title" idx="2"/>
          </p:nvPr>
        </p:nvSpPr>
        <p:spPr>
          <a:xfrm>
            <a:off x="1152175" y="2321597"/>
            <a:ext cx="8442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31" name="Google Shape;331;p29"/>
          <p:cNvSpPr txBox="1">
            <a:spLocks noGrp="1"/>
          </p:cNvSpPr>
          <p:nvPr>
            <p:ph type="subTitle" idx="1"/>
          </p:nvPr>
        </p:nvSpPr>
        <p:spPr>
          <a:xfrm>
            <a:off x="1152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design</a:t>
            </a:r>
            <a:endParaRPr dirty="0"/>
          </a:p>
        </p:txBody>
      </p:sp>
      <p:sp>
        <p:nvSpPr>
          <p:cNvPr id="332" name="Google Shape;332;p29"/>
          <p:cNvSpPr txBox="1">
            <a:spLocks noGrp="1"/>
          </p:cNvSpPr>
          <p:nvPr>
            <p:ph type="title" idx="3"/>
          </p:nvPr>
        </p:nvSpPr>
        <p:spPr>
          <a:xfrm>
            <a:off x="3495175" y="2321597"/>
            <a:ext cx="844200" cy="60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33" name="Google Shape;333;p29"/>
          <p:cNvSpPr txBox="1">
            <a:spLocks noGrp="1"/>
          </p:cNvSpPr>
          <p:nvPr>
            <p:ph type="subTitle" idx="4"/>
          </p:nvPr>
        </p:nvSpPr>
        <p:spPr>
          <a:xfrm>
            <a:off x="3495175" y="2922325"/>
            <a:ext cx="20943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Timeline </a:t>
            </a:r>
            <a:endParaRPr dirty="0"/>
          </a:p>
        </p:txBody>
      </p:sp>
      <p:sp>
        <p:nvSpPr>
          <p:cNvPr id="340" name="Google Shape;340;p29"/>
          <p:cNvSpPr/>
          <p:nvPr/>
        </p:nvSpPr>
        <p:spPr>
          <a:xfrm rot="-1800021">
            <a:off x="3197049" y="2138999"/>
            <a:ext cx="826191" cy="1856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63717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ho we are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title" idx="2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8" name="Google Shape;358;p31"/>
          <p:cNvSpPr/>
          <p:nvPr/>
        </p:nvSpPr>
        <p:spPr>
          <a:xfrm rot="-1799474">
            <a:off x="2846399" y="1494978"/>
            <a:ext cx="1133700" cy="254819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9" name="Google Shape;359;p31"/>
          <p:cNvGrpSpPr/>
          <p:nvPr/>
        </p:nvGrpSpPr>
        <p:grpSpPr>
          <a:xfrm>
            <a:off x="906200" y="2312075"/>
            <a:ext cx="7263875" cy="2040275"/>
            <a:chOff x="906200" y="2312075"/>
            <a:chExt cx="7263875" cy="2040275"/>
          </a:xfrm>
        </p:grpSpPr>
        <p:grpSp>
          <p:nvGrpSpPr>
            <p:cNvPr id="360" name="Google Shape;360;p31"/>
            <p:cNvGrpSpPr/>
            <p:nvPr/>
          </p:nvGrpSpPr>
          <p:grpSpPr>
            <a:xfrm>
              <a:off x="7650725" y="4283950"/>
              <a:ext cx="519350" cy="68400"/>
              <a:chOff x="4422325" y="332750"/>
              <a:chExt cx="519350" cy="68400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4" name="Google Shape;364;p31"/>
            <p:cNvGrpSpPr/>
            <p:nvPr/>
          </p:nvGrpSpPr>
          <p:grpSpPr>
            <a:xfrm rot="5400000">
              <a:off x="680725" y="2537550"/>
              <a:ext cx="519350" cy="68400"/>
              <a:chOff x="4422325" y="332750"/>
              <a:chExt cx="519350" cy="684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2020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subTitle" idx="2"/>
          </p:nvPr>
        </p:nvSpPr>
        <p:spPr>
          <a:xfrm>
            <a:off x="334592" y="1503849"/>
            <a:ext cx="7222433" cy="2629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We started during the coronavirus period, and we faced many challenges to make this company a success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en-US" sz="1600" b="1" dirty="0"/>
              <a:t>Our objective: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Create simple, memorable, and timeless logos.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Capture the true story and personality of each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Help businesses stand out and be recognized.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Three old logos</a:t>
            </a:r>
            <a:endParaRPr dirty="0"/>
          </a:p>
        </p:txBody>
      </p:sp>
      <p:sp>
        <p:nvSpPr>
          <p:cNvPr id="382" name="Google Shape;382;p33"/>
          <p:cNvSpPr txBox="1">
            <a:spLocks noGrp="1"/>
          </p:cNvSpPr>
          <p:nvPr>
            <p:ph type="subTitle" idx="4"/>
          </p:nvPr>
        </p:nvSpPr>
        <p:spPr>
          <a:xfrm>
            <a:off x="1157437" y="1806676"/>
            <a:ext cx="961077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</a:t>
            </a:r>
            <a:r>
              <a:rPr lang="en" dirty="0"/>
              <a:t>ecyle </a:t>
            </a:r>
            <a:endParaRPr dirty="0"/>
          </a:p>
        </p:txBody>
      </p:sp>
      <p:sp>
        <p:nvSpPr>
          <p:cNvPr id="383" name="Google Shape;383;p33"/>
          <p:cNvSpPr txBox="1">
            <a:spLocks noGrp="1"/>
          </p:cNvSpPr>
          <p:nvPr>
            <p:ph type="subTitle" idx="5"/>
          </p:nvPr>
        </p:nvSpPr>
        <p:spPr>
          <a:xfrm>
            <a:off x="3360083" y="1806676"/>
            <a:ext cx="1330125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</a:t>
            </a:r>
            <a:r>
              <a:rPr lang="en" dirty="0"/>
              <a:t>utration </a:t>
            </a:r>
            <a:endParaRPr dirty="0"/>
          </a:p>
        </p:txBody>
      </p:sp>
      <p:sp>
        <p:nvSpPr>
          <p:cNvPr id="387" name="Google Shape;387;p33"/>
          <p:cNvSpPr txBox="1">
            <a:spLocks noGrp="1"/>
          </p:cNvSpPr>
          <p:nvPr>
            <p:ph type="subTitle" idx="6"/>
          </p:nvPr>
        </p:nvSpPr>
        <p:spPr>
          <a:xfrm>
            <a:off x="6158886" y="1806676"/>
            <a:ext cx="1330125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Soft drink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6B1F1-89B7-A2FF-4CFD-921E656B3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58" y="2551355"/>
            <a:ext cx="1509697" cy="14811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991F3E-6751-AF73-E4F7-66029D92E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478" y="2512644"/>
            <a:ext cx="1589337" cy="148117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C0B892-6BFC-3499-2C43-AE3D57B17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886" y="2512644"/>
            <a:ext cx="1589337" cy="14862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Client view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title" idx="2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ar-EG" dirty="0"/>
              <a:t>2</a:t>
            </a:r>
            <a:endParaRPr dirty="0"/>
          </a:p>
        </p:txBody>
      </p:sp>
      <p:sp>
        <p:nvSpPr>
          <p:cNvPr id="358" name="Google Shape;358;p31"/>
          <p:cNvSpPr/>
          <p:nvPr/>
        </p:nvSpPr>
        <p:spPr>
          <a:xfrm rot="-1799474">
            <a:off x="2846399" y="1494978"/>
            <a:ext cx="1133700" cy="254819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9" name="Google Shape;359;p31"/>
          <p:cNvGrpSpPr/>
          <p:nvPr/>
        </p:nvGrpSpPr>
        <p:grpSpPr>
          <a:xfrm>
            <a:off x="906200" y="2312075"/>
            <a:ext cx="7263875" cy="2040275"/>
            <a:chOff x="906200" y="2312075"/>
            <a:chExt cx="7263875" cy="2040275"/>
          </a:xfrm>
        </p:grpSpPr>
        <p:grpSp>
          <p:nvGrpSpPr>
            <p:cNvPr id="360" name="Google Shape;360;p31"/>
            <p:cNvGrpSpPr/>
            <p:nvPr/>
          </p:nvGrpSpPr>
          <p:grpSpPr>
            <a:xfrm>
              <a:off x="7650725" y="4283950"/>
              <a:ext cx="519350" cy="68400"/>
              <a:chOff x="4422325" y="332750"/>
              <a:chExt cx="519350" cy="68400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4" name="Google Shape;364;p31"/>
            <p:cNvGrpSpPr/>
            <p:nvPr/>
          </p:nvGrpSpPr>
          <p:grpSpPr>
            <a:xfrm rot="5400000">
              <a:off x="680725" y="2537550"/>
              <a:ext cx="519350" cy="68400"/>
              <a:chOff x="4422325" y="332750"/>
              <a:chExt cx="519350" cy="684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266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CAE53C-9AFC-0293-FC10-5549497E7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939389"/>
              </p:ext>
            </p:extLst>
          </p:nvPr>
        </p:nvGraphicFramePr>
        <p:xfrm>
          <a:off x="581889" y="158697"/>
          <a:ext cx="8025563" cy="4572000"/>
        </p:xfrm>
        <a:graphic>
          <a:graphicData uri="http://schemas.openxmlformats.org/drawingml/2006/table">
            <a:tbl>
              <a:tblPr>
                <a:tableStyleId>{58AF9AD3-5A54-4970-B572-97D7213DD758}</a:tableStyleId>
              </a:tblPr>
              <a:tblGrid>
                <a:gridCol w="1146509">
                  <a:extLst>
                    <a:ext uri="{9D8B030D-6E8A-4147-A177-3AD203B41FA5}">
                      <a16:colId xmlns:a16="http://schemas.microsoft.com/office/drawing/2014/main" val="2942711030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2213491873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3713027446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1533764689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4030313922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3475221736"/>
                    </a:ext>
                  </a:extLst>
                </a:gridCol>
                <a:gridCol w="1146509">
                  <a:extLst>
                    <a:ext uri="{9D8B030D-6E8A-4147-A177-3AD203B41FA5}">
                      <a16:colId xmlns:a16="http://schemas.microsoft.com/office/drawing/2014/main" val="629511628"/>
                    </a:ext>
                  </a:extLst>
                </a:gridCol>
              </a:tblGrid>
              <a:tr h="3198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Package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Price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Concepts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Includes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Deliverables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Timeline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Free Bonus</a:t>
                      </a:r>
                    </a:p>
                  </a:txBody>
                  <a:tcPr marL="42177" marR="42177" marT="21088" marB="21088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185131"/>
                  </a:ext>
                </a:extLst>
              </a:tr>
              <a:tr h="97837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Basic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1000 EGP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Main logo + minimal icon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PNG, JPG, PDF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7 days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Social media profile picture set (Facebook, Instagram, LinkedIn)</a:t>
                      </a:r>
                    </a:p>
                  </a:txBody>
                  <a:tcPr marL="42177" marR="42177" marT="21088" marB="21088" anchor="ctr"/>
                </a:tc>
                <a:extLst>
                  <a:ext uri="{0D108BD9-81ED-4DB2-BD59-A6C34878D82A}">
                    <a16:rowId xmlns:a16="http://schemas.microsoft.com/office/drawing/2014/main" val="3155986634"/>
                  </a:ext>
                </a:extLst>
              </a:tr>
              <a:tr h="137348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1500 EGP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Main logo + minimal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iconColor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palette + font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selectionMockups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(website + social media)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AI, PSD, PNG, SVG, PDF, JPG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 days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 branded social media post template (Canva or PSD)</a:t>
                      </a:r>
                    </a:p>
                  </a:txBody>
                  <a:tcPr marL="42177" marR="42177" marT="21088" marB="21088" anchor="ctr"/>
                </a:tc>
                <a:extLst>
                  <a:ext uri="{0D108BD9-81ED-4DB2-BD59-A6C34878D82A}">
                    <a16:rowId xmlns:a16="http://schemas.microsoft.com/office/drawing/2014/main" val="3432783457"/>
                  </a:ext>
                </a:extLst>
              </a:tr>
              <a:tr h="190029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Premium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2000 EGP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Full logo system (main logo + icon + submark)Complete brand guidelinesMockups (website, business card, social media, mini brandbook)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AI, PSD, PNG, SVG, PDF, JPG (all formats)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12 days</a:t>
                      </a:r>
                    </a:p>
                  </a:txBody>
                  <a:tcPr marL="42177" marR="42177" marT="21088" marB="210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Business card design (front &amp; back) + Email signature design</a:t>
                      </a:r>
                    </a:p>
                  </a:txBody>
                  <a:tcPr marL="42177" marR="42177" marT="21088" marB="21088" anchor="ctr"/>
                </a:tc>
                <a:extLst>
                  <a:ext uri="{0D108BD9-81ED-4DB2-BD59-A6C34878D82A}">
                    <a16:rowId xmlns:a16="http://schemas.microsoft.com/office/drawing/2014/main" val="10206209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Frist design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title" idx="2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58" name="Google Shape;358;p31"/>
          <p:cNvSpPr/>
          <p:nvPr/>
        </p:nvSpPr>
        <p:spPr>
          <a:xfrm rot="-1799474">
            <a:off x="2846399" y="1494978"/>
            <a:ext cx="1133700" cy="254819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9" name="Google Shape;359;p31"/>
          <p:cNvGrpSpPr/>
          <p:nvPr/>
        </p:nvGrpSpPr>
        <p:grpSpPr>
          <a:xfrm>
            <a:off x="906200" y="2312075"/>
            <a:ext cx="7263875" cy="2040275"/>
            <a:chOff x="906200" y="2312075"/>
            <a:chExt cx="7263875" cy="2040275"/>
          </a:xfrm>
        </p:grpSpPr>
        <p:grpSp>
          <p:nvGrpSpPr>
            <p:cNvPr id="360" name="Google Shape;360;p31"/>
            <p:cNvGrpSpPr/>
            <p:nvPr/>
          </p:nvGrpSpPr>
          <p:grpSpPr>
            <a:xfrm>
              <a:off x="7650725" y="4283950"/>
              <a:ext cx="519350" cy="68400"/>
              <a:chOff x="4422325" y="332750"/>
              <a:chExt cx="519350" cy="68400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4" name="Google Shape;364;p31"/>
            <p:cNvGrpSpPr/>
            <p:nvPr/>
          </p:nvGrpSpPr>
          <p:grpSpPr>
            <a:xfrm rot="5400000">
              <a:off x="680725" y="2537550"/>
              <a:ext cx="519350" cy="68400"/>
              <a:chOff x="4422325" y="332750"/>
              <a:chExt cx="519350" cy="684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318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</a:t>
            </a:r>
            <a:r>
              <a:rPr lang="en" dirty="0"/>
              <a:t>ur first design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D3BD89-FBD2-C4D4-BA12-A95361D28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91" y="1363924"/>
            <a:ext cx="2702818" cy="270281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2nd design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title" idx="2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58" name="Google Shape;358;p31"/>
          <p:cNvSpPr/>
          <p:nvPr/>
        </p:nvSpPr>
        <p:spPr>
          <a:xfrm rot="-1799474">
            <a:off x="2846399" y="1494978"/>
            <a:ext cx="1133700" cy="254819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9" name="Google Shape;359;p31"/>
          <p:cNvGrpSpPr/>
          <p:nvPr/>
        </p:nvGrpSpPr>
        <p:grpSpPr>
          <a:xfrm>
            <a:off x="906200" y="2312075"/>
            <a:ext cx="7263875" cy="2040275"/>
            <a:chOff x="906200" y="2312075"/>
            <a:chExt cx="7263875" cy="2040275"/>
          </a:xfrm>
        </p:grpSpPr>
        <p:grpSp>
          <p:nvGrpSpPr>
            <p:cNvPr id="360" name="Google Shape;360;p31"/>
            <p:cNvGrpSpPr/>
            <p:nvPr/>
          </p:nvGrpSpPr>
          <p:grpSpPr>
            <a:xfrm>
              <a:off x="7650725" y="4283950"/>
              <a:ext cx="519350" cy="68400"/>
              <a:chOff x="4422325" y="332750"/>
              <a:chExt cx="519350" cy="68400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4" name="Google Shape;364;p31"/>
            <p:cNvGrpSpPr/>
            <p:nvPr/>
          </p:nvGrpSpPr>
          <p:grpSpPr>
            <a:xfrm rot="5400000">
              <a:off x="680725" y="2537550"/>
              <a:ext cx="519350" cy="68400"/>
              <a:chOff x="4422325" y="332750"/>
              <a:chExt cx="519350" cy="684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9509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" dirty="0"/>
              <a:t>design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F3B50-6C70-6273-215F-1EDA6440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405" y="1017725"/>
            <a:ext cx="3159189" cy="315918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2585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>
            <a:spLocks noGrp="1"/>
          </p:cNvSpPr>
          <p:nvPr>
            <p:ph type="title"/>
          </p:nvPr>
        </p:nvSpPr>
        <p:spPr>
          <a:xfrm>
            <a:off x="3457875" y="2824175"/>
            <a:ext cx="48153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Timeline</a:t>
            </a:r>
            <a:endParaRPr dirty="0"/>
          </a:p>
        </p:txBody>
      </p:sp>
      <p:sp>
        <p:nvSpPr>
          <p:cNvPr id="357" name="Google Shape;357;p31"/>
          <p:cNvSpPr txBox="1">
            <a:spLocks noGrp="1"/>
          </p:cNvSpPr>
          <p:nvPr>
            <p:ph type="title" idx="2"/>
          </p:nvPr>
        </p:nvSpPr>
        <p:spPr>
          <a:xfrm>
            <a:off x="3457875" y="1730650"/>
            <a:ext cx="1450800" cy="10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58" name="Google Shape;358;p31"/>
          <p:cNvSpPr/>
          <p:nvPr/>
        </p:nvSpPr>
        <p:spPr>
          <a:xfrm rot="-1799474">
            <a:off x="2846399" y="1494978"/>
            <a:ext cx="1133700" cy="254819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9" name="Google Shape;359;p31"/>
          <p:cNvGrpSpPr/>
          <p:nvPr/>
        </p:nvGrpSpPr>
        <p:grpSpPr>
          <a:xfrm>
            <a:off x="906200" y="2312075"/>
            <a:ext cx="7263875" cy="2040275"/>
            <a:chOff x="906200" y="2312075"/>
            <a:chExt cx="7263875" cy="2040275"/>
          </a:xfrm>
        </p:grpSpPr>
        <p:grpSp>
          <p:nvGrpSpPr>
            <p:cNvPr id="360" name="Google Shape;360;p31"/>
            <p:cNvGrpSpPr/>
            <p:nvPr/>
          </p:nvGrpSpPr>
          <p:grpSpPr>
            <a:xfrm>
              <a:off x="7650725" y="4283950"/>
              <a:ext cx="519350" cy="68400"/>
              <a:chOff x="4422325" y="332750"/>
              <a:chExt cx="519350" cy="68400"/>
            </a:xfrm>
          </p:grpSpPr>
          <p:sp>
            <p:nvSpPr>
              <p:cNvPr id="361" name="Google Shape;361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2" name="Google Shape;362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3" name="Google Shape;363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64" name="Google Shape;364;p31"/>
            <p:cNvGrpSpPr/>
            <p:nvPr/>
          </p:nvGrpSpPr>
          <p:grpSpPr>
            <a:xfrm rot="5400000">
              <a:off x="680725" y="2537550"/>
              <a:ext cx="519350" cy="68400"/>
              <a:chOff x="4422325" y="332750"/>
              <a:chExt cx="519350" cy="68400"/>
            </a:xfrm>
          </p:grpSpPr>
          <p:sp>
            <p:nvSpPr>
              <p:cNvPr id="365" name="Google Shape;365;p31"/>
              <p:cNvSpPr/>
              <p:nvPr/>
            </p:nvSpPr>
            <p:spPr>
              <a:xfrm>
                <a:off x="442232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>
                <a:off x="4647800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>
                <a:off x="4873275" y="332750"/>
                <a:ext cx="68400" cy="68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8852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BFED5E-D8DA-86FA-0B96-DEE8D190556A}"/>
              </a:ext>
            </a:extLst>
          </p:cNvPr>
          <p:cNvSpPr txBox="1"/>
          <p:nvPr/>
        </p:nvSpPr>
        <p:spPr>
          <a:xfrm>
            <a:off x="306057" y="1934845"/>
            <a:ext cx="85318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Day 1        Days 2–3              Day 4         Days 5–6             Days 7–8          Days 9–10        Day 10</a:t>
            </a:r>
          </a:p>
          <a:p>
            <a:r>
              <a:rPr lang="en-US" dirty="0">
                <a:solidFill>
                  <a:schemeClr val="tx1"/>
                </a:solidFill>
              </a:rPr>
              <a:t> |--------------|--------------------------|---------------|------------------------|--------------|--------------------------|</a:t>
            </a:r>
          </a:p>
          <a:p>
            <a:r>
              <a:rPr lang="en-US" dirty="0">
                <a:solidFill>
                  <a:schemeClr val="tx1"/>
                </a:solidFill>
              </a:rPr>
              <a:t> Brand          </a:t>
            </a:r>
            <a:r>
              <a:rPr lang="en-US" dirty="0" err="1">
                <a:solidFill>
                  <a:schemeClr val="tx1"/>
                </a:solidFill>
              </a:rPr>
              <a:t>Moodboard</a:t>
            </a:r>
            <a:r>
              <a:rPr lang="en-US" dirty="0">
                <a:solidFill>
                  <a:schemeClr val="tx1"/>
                </a:solidFill>
              </a:rPr>
              <a:t> &amp;     Initial Logo    Revisions       Final Logo &amp;    Mockups &amp;      Final Files &amp;</a:t>
            </a:r>
          </a:p>
          <a:p>
            <a:r>
              <a:rPr lang="en-US" dirty="0">
                <a:solidFill>
                  <a:schemeClr val="tx1"/>
                </a:solidFill>
              </a:rPr>
              <a:t> Vision         Research        Concepts (3)    (Client Input)  Variations      Applications    Guidelines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C5A1F-98BD-456D-2CE6-7ED49A2553D7}"/>
              </a:ext>
            </a:extLst>
          </p:cNvPr>
          <p:cNvSpPr txBox="1"/>
          <p:nvPr/>
        </p:nvSpPr>
        <p:spPr>
          <a:xfrm>
            <a:off x="396744" y="634790"/>
            <a:ext cx="2524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613C8-6CE9-E1E1-C898-E0C95E961A5B}"/>
              </a:ext>
            </a:extLst>
          </p:cNvPr>
          <p:cNvSpPr txBox="1"/>
          <p:nvPr/>
        </p:nvSpPr>
        <p:spPr>
          <a:xfrm>
            <a:off x="2131063" y="788678"/>
            <a:ext cx="48818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dk1"/>
                </a:solidFill>
                <a:latin typeface="Montserrat ExtraBold"/>
                <a:sym typeface="Montserrat ExtraBold"/>
              </a:rPr>
              <a:t>Timeline of our work</a:t>
            </a:r>
          </a:p>
        </p:txBody>
      </p:sp>
    </p:spTree>
    <p:extLst>
      <p:ext uri="{BB962C8B-B14F-4D97-AF65-F5344CB8AC3E}">
        <p14:creationId xmlns:p14="http://schemas.microsoft.com/office/powerpoint/2010/main" val="329670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6"/>
          <p:cNvSpPr txBox="1">
            <a:spLocks noGrp="1"/>
          </p:cNvSpPr>
          <p:nvPr>
            <p:ph type="title"/>
          </p:nvPr>
        </p:nvSpPr>
        <p:spPr>
          <a:xfrm>
            <a:off x="1686300" y="616200"/>
            <a:ext cx="57714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76" name="Google Shape;576;p46"/>
          <p:cNvSpPr txBox="1">
            <a:spLocks noGrp="1"/>
          </p:cNvSpPr>
          <p:nvPr>
            <p:ph type="subTitle" idx="1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Contact us at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LogoCraftteam@gmail.Com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+34 654 321 432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LogoCraft.com</a:t>
            </a:r>
            <a:endParaRPr dirty="0"/>
          </a:p>
        </p:txBody>
      </p:sp>
      <p:sp>
        <p:nvSpPr>
          <p:cNvPr id="577" name="Google Shape;577;p46"/>
          <p:cNvSpPr txBox="1"/>
          <p:nvPr/>
        </p:nvSpPr>
        <p:spPr>
          <a:xfrm>
            <a:off x="1189257" y="3639657"/>
            <a:ext cx="5987800" cy="606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78" name="Google Shape;578;p46"/>
          <p:cNvGrpSpPr/>
          <p:nvPr/>
        </p:nvGrpSpPr>
        <p:grpSpPr>
          <a:xfrm rot="5400000">
            <a:off x="616075" y="4088750"/>
            <a:ext cx="519350" cy="68400"/>
            <a:chOff x="4422325" y="332750"/>
            <a:chExt cx="519350" cy="68400"/>
          </a:xfrm>
        </p:grpSpPr>
        <p:sp>
          <p:nvSpPr>
            <p:cNvPr id="579" name="Google Shape;579;p46"/>
            <p:cNvSpPr/>
            <p:nvPr/>
          </p:nvSpPr>
          <p:spPr>
            <a:xfrm>
              <a:off x="442232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4647800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4873275" y="332750"/>
              <a:ext cx="68400" cy="68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82" name="Google Shape;582;p46"/>
          <p:cNvGrpSpPr/>
          <p:nvPr/>
        </p:nvGrpSpPr>
        <p:grpSpPr>
          <a:xfrm>
            <a:off x="5137252" y="3028098"/>
            <a:ext cx="407411" cy="407411"/>
            <a:chOff x="2964567" y="2571753"/>
            <a:chExt cx="417045" cy="417045"/>
          </a:xfrm>
        </p:grpSpPr>
        <p:sp>
          <p:nvSpPr>
            <p:cNvPr id="583" name="Google Shape;583;p46"/>
            <p:cNvSpPr/>
            <p:nvPr/>
          </p:nvSpPr>
          <p:spPr>
            <a:xfrm>
              <a:off x="2964567" y="2571753"/>
              <a:ext cx="417045" cy="417045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6"/>
            <p:cNvSpPr/>
            <p:nvPr/>
          </p:nvSpPr>
          <p:spPr>
            <a:xfrm>
              <a:off x="3037777" y="2694715"/>
              <a:ext cx="270642" cy="146633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46"/>
          <p:cNvGrpSpPr/>
          <p:nvPr/>
        </p:nvGrpSpPr>
        <p:grpSpPr>
          <a:xfrm>
            <a:off x="4407033" y="3028160"/>
            <a:ext cx="408023" cy="407411"/>
            <a:chOff x="2344476" y="2571761"/>
            <a:chExt cx="417671" cy="417045"/>
          </a:xfrm>
        </p:grpSpPr>
        <p:sp>
          <p:nvSpPr>
            <p:cNvPr id="586" name="Google Shape;586;p46"/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6"/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46"/>
          <p:cNvGrpSpPr/>
          <p:nvPr/>
        </p:nvGrpSpPr>
        <p:grpSpPr>
          <a:xfrm>
            <a:off x="3634849" y="3107878"/>
            <a:ext cx="407391" cy="286470"/>
            <a:chOff x="3476576" y="2633631"/>
            <a:chExt cx="417024" cy="293244"/>
          </a:xfrm>
        </p:grpSpPr>
        <p:sp>
          <p:nvSpPr>
            <p:cNvPr id="589" name="Google Shape;589;p46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6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esign Inspiration Company Profile by Slidesgo">
  <a:themeElements>
    <a:clrScheme name="Simple Light">
      <a:dk1>
        <a:srgbClr val="FFFFFF"/>
      </a:dk1>
      <a:lt1>
        <a:srgbClr val="1C1C1F"/>
      </a:lt1>
      <a:dk2>
        <a:srgbClr val="65C3E6"/>
      </a:dk2>
      <a:lt2>
        <a:srgbClr val="DD43AE"/>
      </a:lt2>
      <a:accent1>
        <a:srgbClr val="5C52A3"/>
      </a:accent1>
      <a:accent2>
        <a:srgbClr val="FFC863"/>
      </a:accent2>
      <a:accent3>
        <a:srgbClr val="F7CAD3"/>
      </a:accent3>
      <a:accent4>
        <a:srgbClr val="E6D4B1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315</Words>
  <Application>Microsoft Office PowerPoint</Application>
  <PresentationFormat>On-screen Show (16:9)</PresentationFormat>
  <Paragraphs>77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Montserrat ExtraBold</vt:lpstr>
      <vt:lpstr>Nunito Light</vt:lpstr>
      <vt:lpstr>Open Sans</vt:lpstr>
      <vt:lpstr>Raleway</vt:lpstr>
      <vt:lpstr>Amasis MT Pro Black</vt:lpstr>
      <vt:lpstr>Montserrat Medium</vt:lpstr>
      <vt:lpstr>DM Sans</vt:lpstr>
      <vt:lpstr>Arial</vt:lpstr>
      <vt:lpstr>Design Inspiration Company Profile by Slidesgo</vt:lpstr>
      <vt:lpstr>Zotex logo </vt:lpstr>
      <vt:lpstr>Table of contents</vt:lpstr>
      <vt:lpstr>Table of contents</vt:lpstr>
      <vt:lpstr>Who we are</vt:lpstr>
      <vt:lpstr>In 2020</vt:lpstr>
      <vt:lpstr>Three old logos</vt:lpstr>
      <vt:lpstr>Client view</vt:lpstr>
      <vt:lpstr>PowerPoint Presentation</vt:lpstr>
      <vt:lpstr>Frist design</vt:lpstr>
      <vt:lpstr>Our first design</vt:lpstr>
      <vt:lpstr>2nd design</vt:lpstr>
      <vt:lpstr>2nd design</vt:lpstr>
      <vt:lpstr>Timeline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Zotex logo</dc:title>
  <cp:lastModifiedBy>Nancy Nagy</cp:lastModifiedBy>
  <cp:revision>5</cp:revision>
  <dcterms:modified xsi:type="dcterms:W3CDTF">2025-08-26T21:25:30Z</dcterms:modified>
</cp:coreProperties>
</file>